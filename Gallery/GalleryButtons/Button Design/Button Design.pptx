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3" r:id="rId3"/>
    <p:sldId id="262" r:id="rId4"/>
    <p:sldId id="261" r:id="rId5"/>
    <p:sldId id="260" r:id="rId6"/>
    <p:sldId id="259" r:id="rId7"/>
    <p:sldId id="258" r:id="rId8"/>
    <p:sldId id="257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9C8DE-E6A7-1006-26C8-742C70703B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E7D918-537C-02F2-7376-2466DA195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90D9-CDA9-F537-4572-CEE2190AF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A2A7BE-F64E-0021-3EAA-475BB05926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3D6F1F-65D1-D28F-0A07-0274476F3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2110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D6436-3294-E302-8A8C-CAA000C68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994F8-80B3-75AB-69FC-A5ED7762B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5E540-96DD-7480-A2E7-CF80671F8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98C500-6406-E0F9-7CCA-47E0B261E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7FBD78-8B11-91EB-F8FB-7BE89453D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580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F6656-2823-6B35-8C4B-F24C1B8182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C42635-916B-6965-2A92-4C1732EFBA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4ADB6E-CC95-99D7-B939-79D5319511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BD7A80-5A3C-17CA-43A8-3446D2D78C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4AAF9C-D538-F46D-6EE8-54C54670D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1649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6EEBF-3B4C-4E22-FFE3-ED8C6F022F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1A652-731B-1A6B-2595-AF23AC10AD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A5CFCA-7914-EEE0-D487-16AC73B0C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77A81-D5D5-9698-715A-FB884B373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13D5C7-177D-779A-A056-2FDB061D4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EC385-E81B-30F6-8380-6C9468A5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06988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B8EC5-9865-192F-0594-A01552FE99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18FB44-EB27-316B-DCCE-FC384E2D4D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F1D6BF-6A36-E35E-69B3-3C071A923E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25FA1-645C-9DBF-E1CB-82BD3B827F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A14D0A-5425-971D-9A2B-4E7BD0A6BFD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6E1F10-ACB2-9190-D498-780891632C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41F8A5-B0DD-C012-D294-413062E909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59EE3B-3A81-9C1E-C7A3-C4AFF167E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3379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73FE6-22D2-9409-EC3F-5F689F7E0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0FC0295-A7A2-0A68-E39F-720CFFFF0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F80104-487A-FD85-7FAC-7FCDDC021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11EA10-55D5-21A5-E1AB-816B3ED1C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5798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DC0713-A5D5-E3F0-04EA-CC1FE75E6E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223448E-3E54-037D-F272-FA150B9FA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2E8FC5-5CEF-8AD7-5CFF-397EA6BA5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477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91B0-16BD-FA49-4FE0-2323FC66EF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801BC-8AD3-91FA-F9CF-7B7D78F74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F6A4B6-F869-97EA-2F67-1439AB960B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EF1C8-3995-32A0-5B7F-DC8F7872C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D4324-CADB-6748-9FBA-BD17B7E2A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17B60E-D8A7-99E6-805F-F1FCBE18F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4245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80F5E-B0AA-A7DA-1771-5D93669B6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BE61AE6-C4E9-4656-D418-3A34AE6A488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9922775-3058-0485-EE9A-D1C75502B4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86436E8-9343-44E7-B45D-9041D43607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32A175-846F-D7D4-6EB4-7F16036601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87BD4-2AF3-8C2E-6215-B3FB23EC1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5498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79AC49-FBCF-ED02-53FA-0C14AEEC9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DFBEA9-E0F4-A423-4278-50737A936B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609B3-141F-21FD-AAB4-A67E37234D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7653D6-3AD8-A192-BED2-0FB07EF2F4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31540B-2A78-4056-251D-A9AFDA0597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2546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FDB70A-68F4-CF6F-3C76-7FEDDEEBE3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D72E68-E524-942B-18A7-74E61D28D8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549FE-473B-98EB-0551-D81896C55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60397C-B6B8-AE20-797D-07A788C91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C8318-6313-3A86-7415-D92F9B0F1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1103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71E726-2050-5FEA-B320-7246F750C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716E94-DD2B-B223-EE6D-39E8B92C1E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A2628-EC80-DC11-985F-B1575D2C79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F27C42-1662-4FD6-81B7-755A6236E062}" type="datetimeFigureOut">
              <a:rPr lang="en-US" smtClean="0"/>
              <a:t>7/10/2025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8EF593-D6B0-D9EA-E9D3-963E75A5D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44DA02-8164-151A-9CAF-CA6FBC6945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A89A6D-9D11-494D-989F-4C9CB797A6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28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5" name="Picture 4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4ED0B182-ACD4-F42F-B3AD-81B763AF59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0205"/>
          <a:stretch>
            <a:fillRect/>
          </a:stretch>
        </p:blipFill>
        <p:spPr>
          <a:xfrm>
            <a:off x="-2260" y="0"/>
            <a:ext cx="1219426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22DB214-338C-F47D-983E-6681925C10A6}"/>
              </a:ext>
            </a:extLst>
          </p:cNvPr>
          <p:cNvSpPr/>
          <p:nvPr/>
        </p:nvSpPr>
        <p:spPr>
          <a:xfrm>
            <a:off x="0" y="3737987"/>
            <a:ext cx="12192000" cy="1688123"/>
          </a:xfrm>
          <a:prstGeom prst="rect">
            <a:avLst/>
          </a:prstGeom>
          <a:solidFill>
            <a:schemeClr val="dk1">
              <a:alpha val="67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4A89FB6-078E-47C9-46D2-A6D41B67A04B}"/>
              </a:ext>
            </a:extLst>
          </p:cNvPr>
          <p:cNvSpPr txBox="1"/>
          <p:nvPr/>
        </p:nvSpPr>
        <p:spPr>
          <a:xfrm>
            <a:off x="3618270" y="4028050"/>
            <a:ext cx="5155579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  <a:latin typeface="Agency FB" panose="020B0503020202020204" pitchFamily="34" charset="0"/>
              </a:rPr>
              <a:t>ROBLOX PROJECTS</a:t>
            </a:r>
          </a:p>
        </p:txBody>
      </p:sp>
    </p:spTree>
    <p:extLst>
      <p:ext uri="{BB962C8B-B14F-4D97-AF65-F5344CB8AC3E}">
        <p14:creationId xmlns:p14="http://schemas.microsoft.com/office/powerpoint/2010/main" val="4228348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 shot of a video game&#10;&#10;AI-generated content may be incorrect.">
            <a:extLst>
              <a:ext uri="{FF2B5EF4-FFF2-40B4-BE49-F238E27FC236}">
                <a16:creationId xmlns:a16="http://schemas.microsoft.com/office/drawing/2014/main" id="{485EC21A-6BE0-2123-034E-768D7DF9FE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38387"/>
            <a:ext cx="12192000" cy="2181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4B75F4B4-E36D-9CF5-0A5A-69DA9659A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5605" y="-1050886"/>
            <a:ext cx="5640789" cy="8453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5931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7A420A-0DDB-284F-3DE5-EA762B155A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0760" y="-1009547"/>
            <a:ext cx="6050479" cy="9067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4892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screenshot of a video editing program&#10;&#10;AI-generated content may be incorrect.">
            <a:extLst>
              <a:ext uri="{FF2B5EF4-FFF2-40B4-BE49-F238E27FC236}">
                <a16:creationId xmlns:a16="http://schemas.microsoft.com/office/drawing/2014/main" id="{15B8029B-A6AB-FF7E-6693-680951EF7D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0510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67DCD20C-4A50-B66F-98DD-074ACBAF57D9}"/>
              </a:ext>
            </a:extLst>
          </p:cNvPr>
          <p:cNvGrpSpPr/>
          <p:nvPr/>
        </p:nvGrpSpPr>
        <p:grpSpPr>
          <a:xfrm>
            <a:off x="0" y="2892415"/>
            <a:ext cx="12192000" cy="1688123"/>
            <a:chOff x="0" y="3914967"/>
            <a:chExt cx="12192000" cy="1688123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ECED88DD-B7AB-19D4-AE4D-D70AF8C1365C}"/>
                </a:ext>
              </a:extLst>
            </p:cNvPr>
            <p:cNvSpPr/>
            <p:nvPr/>
          </p:nvSpPr>
          <p:spPr>
            <a:xfrm>
              <a:off x="0" y="3914967"/>
              <a:ext cx="12192000" cy="1688123"/>
            </a:xfrm>
            <a:prstGeom prst="rect">
              <a:avLst/>
            </a:prstGeom>
            <a:solidFill>
              <a:schemeClr val="dk1">
                <a:alpha val="67000"/>
              </a:schemeClr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AC9507A-574C-14AE-2BB7-860587FD8400}"/>
                </a:ext>
              </a:extLst>
            </p:cNvPr>
            <p:cNvSpPr txBox="1"/>
            <p:nvPr/>
          </p:nvSpPr>
          <p:spPr>
            <a:xfrm>
              <a:off x="3213410" y="4303353"/>
              <a:ext cx="6893234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chemeClr val="bg1"/>
                  </a:solidFill>
                  <a:latin typeface="Agency FB" panose="020B0503020202020204" pitchFamily="34" charset="0"/>
                </a:rPr>
                <a:t>ANIMATED BACKGROUNDS</a:t>
              </a:r>
            </a:p>
          </p:txBody>
        </p:sp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9AC2A8F0-75B1-2A52-BD1B-695CE7CF50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8871" y="4022838"/>
              <a:ext cx="1472380" cy="1472380"/>
            </a:xfrm>
            <a:prstGeom prst="rect">
              <a:avLst/>
            </a:prstGeom>
            <a:solidFill>
              <a:srgbClr val="FFFFFF">
                <a:shade val="85000"/>
              </a:srgbClr>
            </a:solidFill>
            <a:ln w="88900" cap="sq">
              <a:solidFill>
                <a:srgbClr val="FFFFFF"/>
              </a:solidFill>
              <a:miter lim="800000"/>
            </a:ln>
            <a:effectLst>
              <a:outerShdw blurRad="55000" dist="18000" dir="5400000" algn="tl" rotWithShape="0">
                <a:srgbClr val="000000">
                  <a:alpha val="40000"/>
                </a:srgbClr>
              </a:outerShdw>
            </a:effectLst>
            <a:scene3d>
              <a:camera prst="orthographicFront"/>
              <a:lightRig rig="twoPt" dir="t">
                <a:rot lat="0" lon="0" rev="7200000"/>
              </a:lightRig>
            </a:scene3d>
            <a:sp3d>
              <a:bevelT w="25400" h="19050"/>
              <a:contourClr>
                <a:srgbClr val="FFFFFF"/>
              </a:contourClr>
            </a:sp3d>
          </p:spPr>
        </p:pic>
      </p:grpSp>
    </p:spTree>
    <p:extLst>
      <p:ext uri="{BB962C8B-B14F-4D97-AF65-F5344CB8AC3E}">
        <p14:creationId xmlns:p14="http://schemas.microsoft.com/office/powerpoint/2010/main" val="3561859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1" name="Rectangle 1030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26" name="Picture 2" descr="A colorful background with a film strip&#10;&#10;AI-generated content may be incorrect.">
            <a:extLst>
              <a:ext uri="{FF2B5EF4-FFF2-40B4-BE49-F238E27FC236}">
                <a16:creationId xmlns:a16="http://schemas.microsoft.com/office/drawing/2014/main" id="{5E68FFDB-9581-9795-5A90-156D6C9DB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09DE6B0-20C4-2601-DC6A-72E661721EFD}"/>
              </a:ext>
            </a:extLst>
          </p:cNvPr>
          <p:cNvSpPr txBox="1"/>
          <p:nvPr/>
        </p:nvSpPr>
        <p:spPr>
          <a:xfrm>
            <a:off x="374074" y="2358736"/>
            <a:ext cx="10168105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AVID MEDIA COMPOSER </a:t>
            </a:r>
          </a:p>
          <a:p>
            <a:r>
              <a:rPr lang="en-US" sz="6000" dirty="0">
                <a:solidFill>
                  <a:schemeClr val="bg1"/>
                </a:solidFill>
                <a:latin typeface="Amasis MT Pro Black" panose="020F0502020204030204" pitchFamily="18" charset="0"/>
              </a:rPr>
              <a:t>VIDEO EDITS</a:t>
            </a:r>
          </a:p>
        </p:txBody>
      </p:sp>
    </p:spTree>
    <p:extLst>
      <p:ext uri="{BB962C8B-B14F-4D97-AF65-F5344CB8AC3E}">
        <p14:creationId xmlns:p14="http://schemas.microsoft.com/office/powerpoint/2010/main" val="41116648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1030" name="Picture 6" descr="Desire Driver Promotional Image">
            <a:extLst>
              <a:ext uri="{FF2B5EF4-FFF2-40B4-BE49-F238E27FC236}">
                <a16:creationId xmlns:a16="http://schemas.microsoft.com/office/drawing/2014/main" id="{6D6F9258-B212-CB73-58F6-3D80406503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"/>
          <a:stretch>
            <a:fillRect/>
          </a:stretch>
        </p:blipFill>
        <p:spPr bwMode="auto">
          <a:xfrm>
            <a:off x="20" y="1282"/>
            <a:ext cx="12191980" cy="68567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0895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whales swimming in a room&#10;&#10;AI-generated content may be incorrect.">
            <a:extLst>
              <a:ext uri="{FF2B5EF4-FFF2-40B4-BE49-F238E27FC236}">
                <a16:creationId xmlns:a16="http://schemas.microsoft.com/office/drawing/2014/main" id="{5E010945-8096-5B29-2162-3C8F928D74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916"/>
          <a:stretch>
            <a:fillRect/>
          </a:stretch>
        </p:blipFill>
        <p:spPr>
          <a:xfrm>
            <a:off x="6887045" y="10"/>
            <a:ext cx="4661488" cy="3104198"/>
          </a:xfrm>
          <a:prstGeom prst="rect">
            <a:avLst/>
          </a:prstGeom>
        </p:spPr>
      </p:pic>
      <p:pic>
        <p:nvPicPr>
          <p:cNvPr id="2" name="Picture 1" descr="A video game of a building on a hill with water and clouds&#10;&#10;AI-generated content may be incorrect.">
            <a:extLst>
              <a:ext uri="{FF2B5EF4-FFF2-40B4-BE49-F238E27FC236}">
                <a16:creationId xmlns:a16="http://schemas.microsoft.com/office/drawing/2014/main" id="{1A3CBD7F-9C89-2FFD-FA78-DC9B8D509B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852" b="1"/>
          <a:stretch>
            <a:fillRect/>
          </a:stretch>
        </p:blipFill>
        <p:spPr>
          <a:xfrm>
            <a:off x="5419264" y="3265080"/>
            <a:ext cx="6129269" cy="3592925"/>
          </a:xfrm>
          <a:prstGeom prst="rect">
            <a:avLst/>
          </a:prstGeom>
        </p:spPr>
      </p:pic>
      <p:pic>
        <p:nvPicPr>
          <p:cNvPr id="6" name="Picture 5" descr="A whale in a room&#10;&#10;AI-generated content may be incorrect.">
            <a:extLst>
              <a:ext uri="{FF2B5EF4-FFF2-40B4-BE49-F238E27FC236}">
                <a16:creationId xmlns:a16="http://schemas.microsoft.com/office/drawing/2014/main" id="{EC2B6F0D-0133-D7D8-53CB-FE4BA3AB46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43" r="11672" b="-1"/>
          <a:stretch>
            <a:fillRect/>
          </a:stretch>
        </p:blipFill>
        <p:spPr>
          <a:xfrm>
            <a:off x="643467" y="-5"/>
            <a:ext cx="6082711" cy="3920044"/>
          </a:xfrm>
          <a:custGeom>
            <a:avLst/>
            <a:gdLst/>
            <a:ahLst/>
            <a:cxnLst/>
            <a:rect l="l" t="t" r="r" b="b"/>
            <a:pathLst>
              <a:path w="6082711" h="3920044">
                <a:moveTo>
                  <a:pt x="0" y="0"/>
                </a:moveTo>
                <a:lnTo>
                  <a:pt x="6082711" y="0"/>
                </a:lnTo>
                <a:lnTo>
                  <a:pt x="6082711" y="3103225"/>
                </a:lnTo>
                <a:lnTo>
                  <a:pt x="4614930" y="3103225"/>
                </a:lnTo>
                <a:lnTo>
                  <a:pt x="4614930" y="3920044"/>
                </a:lnTo>
                <a:lnTo>
                  <a:pt x="0" y="3920044"/>
                </a:lnTo>
                <a:close/>
              </a:path>
            </a:pathLst>
          </a:cu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49FA6A2-2239-4EF2-9EB3-B1DC295FE1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468" y="4080063"/>
            <a:ext cx="4614930" cy="2156145"/>
          </a:xfrm>
          <a:prstGeom prst="rect">
            <a:avLst/>
          </a:prstGeom>
          <a:solidFill>
            <a:schemeClr val="tx1">
              <a:lumMod val="50000"/>
              <a:lumOff val="5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4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9</Words>
  <Application>Microsoft Office PowerPoint</Application>
  <PresentationFormat>Widescreen</PresentationFormat>
  <Paragraphs>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4" baseType="lpstr">
      <vt:lpstr>Agency FB</vt:lpstr>
      <vt:lpstr>Amasis MT Pro Black</vt:lpstr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Samuel.Cheung</dc:creator>
  <cp:lastModifiedBy>Samuel Cheung</cp:lastModifiedBy>
  <cp:revision>8</cp:revision>
  <dcterms:created xsi:type="dcterms:W3CDTF">2025-05-15T16:10:04Z</dcterms:created>
  <dcterms:modified xsi:type="dcterms:W3CDTF">2025-07-10T15:29:47Z</dcterms:modified>
</cp:coreProperties>
</file>